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Оплата работы модели считается в токенах — кусочках слов. Учитывается и прочитанный, и написанный текст.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не хранит память между запросами и перечитывает весь контекст перед каждым ответом; отсюда выгода одного общего списка правок.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Чек-лист по оформлению правок: один список, номер слайда, файлы архивом, точная цитата или скриншот, поздние правки — в следующий список.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технический аргумент: при обязательном минимальном кегле ёмкость слайда ограничена; слайды 5 и 7 требуют на 17–28 % больше текста, чем помещается.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Взаимоисключающие требования: плотность против воздуха, жирный крупный шрифт против объёма текста, все фотографии против отсутствия нагромождения.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Расхождения между материалами и принятые решения по каждому из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Хронометраж: 13 093 знака, 1 628 слов — 11–12,5 минуты при норме 130–150 слов в минуту против заявленных 5–7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Слабые исходники: три портрета слайда 3 и кадр вручения благодарности ниже 144 ppi; отдельные кадры тёмные или с неудачной композицией.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Как присылать правки, чтобы работа шла быстрее и дешевле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Небольшая памятка о том, как устроена оплата работы модели. Она объясняет, почему один общий список правок выгоднее, чем несколько отдельных сообщений.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1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65376"/>
            <a:ext cx="6199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1D4E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Оплата идёт за объём текста, а не за число сообщений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6384" y="2505456"/>
            <a:ext cx="6199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модели считается в «токенах». Токен — это маленький кусочек слова, в среднем две-три буквы. Оплачивается всё: и текст, который модель прочитала, и текст, который она написала в ответ.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1737360"/>
            <a:ext cx="4142232" cy="1965960"/>
          </a:xfrm>
          <a:prstGeom prst="roundRect">
            <a:avLst>
              <a:gd name="adj" fmla="val 4651"/>
            </a:avLst>
          </a:prstGeom>
          <a:solidFill>
            <a:srgbClr val="FCF5EA"/>
          </a:solidFill>
          <a:ln w="15875">
            <a:solidFill>
              <a:srgbClr val="E7D2AE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35824" y="1865376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≈ 120 000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35824" y="2505456"/>
            <a:ext cx="3666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знаков в материалах этого проекта: задание, замечания, полный текст доклада и файл сборки презентации. Примерно столько модель прочитывает перед каждым ответом.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5876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" y="3986784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1D4E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Что из этого следует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86384" y="4370832"/>
            <a:ext cx="10616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Короткое сообщение не означает маленькую оплату. Значение имеет не длина вашего сообщения, а объём материалов, которые понадобилось прочитать ради ответа. Поэтому десять сообщений с одной правкой в каждом обходятся заметно дороже и дольше, чем одно сообщение со списком из десяти правок — при том же самом объёме собственно работы.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49824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1F7F2"/>
          </a:solidFill>
          <a:ln w="15875">
            <a:solidFill>
              <a:srgbClr val="BBD9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5449824"/>
            <a:ext cx="1061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Это не ограничение и не претензия: так за те же деньги и то же время вы получаете больше готовой работы.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Почему так устроено: у модели нет памяти между сообщениями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ваш вопрос модель начинает с чистого листа — и заново прочитывает всё, что относится к проекту.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2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11091672" cy="1389888"/>
          </a:xfrm>
          <a:prstGeom prst="roundRect">
            <a:avLst>
              <a:gd name="adj" fmla="val 6579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28800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1D4E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Простая аналогия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6384" y="2212848"/>
            <a:ext cx="1061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Представьте консультанта, который перед ответом на любой ваш вопрос заново прочитывает всю папку по проекту — с первой страницы: техническое задание, все замечания, текст доклада, прошлую переписку и сам файл презентации. Модель работает именно так: она не помнит предыдущие сообщения и каждый раз перечитывает материалы целиком.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5408676" cy="1920240"/>
          </a:xfrm>
          <a:prstGeom prst="roundRect">
            <a:avLst>
              <a:gd name="adj" fmla="val 4762"/>
            </a:avLst>
          </a:prstGeom>
          <a:solidFill>
            <a:srgbClr val="FCF5EA"/>
          </a:solidFill>
          <a:ln w="15875">
            <a:solidFill>
              <a:srgbClr val="E7D2AE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" y="3401568"/>
            <a:ext cx="4933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 сообщений — по одной правке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86384" y="378561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3749040"/>
            <a:ext cx="35250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папка проекта перечитывается заново перед каждым ответом. Правок сделано столько же, а объём чтения — десятикратный, и каждый ответ приходится ждать отдельно.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31636" y="3273552"/>
            <a:ext cx="5408676" cy="1920240"/>
          </a:xfrm>
          <a:prstGeom prst="roundRect">
            <a:avLst>
              <a:gd name="adj" fmla="val 4762"/>
            </a:avLst>
          </a:prstGeom>
          <a:solidFill>
            <a:srgbClr val="F1F7F2"/>
          </a:solidFill>
          <a:ln w="15875">
            <a:solidFill>
              <a:srgbClr val="BBD9C4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9380" y="3401568"/>
            <a:ext cx="4933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2F7A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 сообщение — список из 10 правок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69380" y="37856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2F7A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603236" y="3749040"/>
            <a:ext cx="37993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одно чтение материалов — и сразу все правки. Работа та же самая, но времени и денег уходит в несколько раз меньше.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5394960"/>
            <a:ext cx="1061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цифрах этого проекта: десять отдельных сообщений — это около 1 200 000 знаков перечитывания вместо 120 000. Содержание работы при этом одинаковое.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Как оформить список правок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Пять простых привычек, которые заметно ускоряют работу и снижают её стоимость. Ничего сложного — это просто удобная форма записи.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3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850392"/>
          </a:xfrm>
          <a:prstGeom prst="roundRect">
            <a:avLst>
              <a:gd name="adj" fmla="val 1075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29384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1737360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Собирайте правки в один список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65776" y="1737360"/>
            <a:ext cx="6336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Дождитесь, пока наберётся весь список замечаний по колоде, и пришлите его одним сообщением.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11091672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88036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89888" y="2688336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Указывайте номер слайда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5776" y="2688336"/>
            <a:ext cx="6336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Рядом с каждой правкой — номер слайда: «слайд 5 — поменять фото Ульяны». Это исключает поиск и уточняющие вопросы.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11091672" cy="850392"/>
          </a:xfrm>
          <a:prstGeom prst="roundRect">
            <a:avLst>
              <a:gd name="adj" fmla="val 1075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3831336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89888" y="3639312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Файлы — одним архивом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65776" y="3639312"/>
            <a:ext cx="6336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Фотографии и документы удобнее получать вместе со списком, одним архивом, с понятными именами файлов.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11091672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782312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89888" y="459028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Точная цитата вместо описания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65776" y="4590288"/>
            <a:ext cx="6336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Вместо «там внизу что-то не так» — цитата фразы или скриншот с пометкой. Так правка выполняется с первого раза.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41264"/>
            <a:ext cx="11091672" cy="850392"/>
          </a:xfrm>
          <a:prstGeom prst="roundRect">
            <a:avLst>
              <a:gd name="adj" fmla="val 1075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5733288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89888" y="5541264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Правка появилась позже — не страшно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65776" y="5541264"/>
            <a:ext cx="6336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Её лучше добавить к следующему списку, чем присылать отдельным сообщением. Ничего не потеряется.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Объём текста против требований к размеру шрифта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Требования задают минимальный кегль: заголовок 36–40 pt, основной текст не меньше 16–18 pt. При таком кегле у слайда появляется предельная ёмкость — число знаков, которые на нём физически помещаются.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4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CF5EA"/>
          </a:solidFill>
          <a:ln w="15875">
            <a:solidFill>
              <a:srgbClr val="E7D2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28800"/>
            <a:ext cx="10616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считается ёмкость: при 16 pt один знак занимает примерно 0,032 in². После полей и заголовка 36–40 pt (на четырёх слайдах он не помещается в одну строку и забирает вторую) под текст остаётся 40–42 in² — это и есть ёмкость слайда, около 1 100–1 200 знаков.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71216"/>
            <a:ext cx="11091672" cy="475488"/>
          </a:xfrm>
          <a:prstGeom prst="rect">
            <a:avLst/>
          </a:prstGeom>
          <a:solidFill>
            <a:srgbClr val="E6EDF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8712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35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слайд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83280" y="28712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35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 автора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2871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35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помещается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87121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35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разница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0" y="28712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35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решено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6384" y="3346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— ключевые участницы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83280" y="33467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1 558 знаков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33467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1 120 знаков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334670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b="1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−28 %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0" y="33467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формулировки сжаты, темы — в устную речь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11091672" cy="4754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8221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— школьная инициатива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383280" y="38221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1 409 знаков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92040" y="38221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1 170 знаков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92240" y="3822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b="1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−17 %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8080" y="38221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тексты сокращены без потери фактов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86384" y="4297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— наставник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383280" y="42976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553 знака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892040" y="42976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550 знаков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42976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b="1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0 %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98080" y="4297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помещается ровно, запаса нет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11091672" cy="4754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47731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— общие выводы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383280" y="47731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899 знаков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892040" y="47731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1 130 знаков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92240" y="477316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b="1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+26 %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498080" y="47731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помещается полностью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48640" y="5504688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1F7F2"/>
          </a:solidFill>
          <a:ln w="15875">
            <a:solidFill>
              <a:srgbClr val="BBD9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504688"/>
            <a:ext cx="1061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Предложение: длинные названия тем и развёрнутые формулировки перенести в устную речь и в заметки докладчика — на слайде оставить год, статус и короткую суть.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Требования, которые исключают друг друга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пары требований, которые невозможно выполнить одновременно. В каждом случае показано, какой вариант выбран и почему.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5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86537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«Полностью исключить пустые пространства фона»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62272" y="1865376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64608" y="186537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«Оставить достаточно места внутри карточек, чтобы слайд читался за 3 секунды»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2542032"/>
            <a:ext cx="7690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фиксированном кегле плотность и воздух — обратные величины: чем плотнее текст, тем хуже слайд сканируется взглядом.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0" y="1883664"/>
            <a:ext cx="2715768" cy="1188720"/>
          </a:xfrm>
          <a:prstGeom prst="roundRect">
            <a:avLst>
              <a:gd name="adj" fmla="val 6154"/>
            </a:avLst>
          </a:prstGeom>
          <a:solidFill>
            <a:srgbClr val="F1F7F2"/>
          </a:solidFill>
          <a:ln w="12700">
            <a:solidFill>
              <a:srgbClr val="BBD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3104" y="188366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Фон закрыт тематической подложкой, воздух сохранён внутри карточек.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34747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«Всё крупно, ультра-жирным шрифтом»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62272" y="3474720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64608" y="34747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объём авторского текста на слайде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6384" y="4151376"/>
            <a:ext cx="7690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Жирные начертания Montserrat шире обычных на 4–7 %, то есть сами по себе уменьшают ёмкость слайда примерно на столько же.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0" y="3493008"/>
            <a:ext cx="2715768" cy="1188720"/>
          </a:xfrm>
          <a:prstGeom prst="roundRect">
            <a:avLst>
              <a:gd name="adj" fmla="val 6154"/>
            </a:avLst>
          </a:prstGeom>
          <a:solidFill>
            <a:srgbClr val="F1F7F2"/>
          </a:solidFill>
          <a:ln w="12700">
            <a:solidFill>
              <a:srgbClr val="BBD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349300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Жирным — заголовки и акценты, основной текст 16 pt обычным начертанием.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" y="50840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«Разместить все фотографии обязательно»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62272" y="5084064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64608" y="50840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«Без нагромождения», подписи строго авторские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86384" y="5760720"/>
            <a:ext cx="7690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слайде 4 авторская подпись в 118 знаков при 14 pt занимает 45 % высоты карточки — фото и подпись конкурируют за одно и то же место.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686800" y="5102352"/>
            <a:ext cx="2715768" cy="1188720"/>
          </a:xfrm>
          <a:prstGeom prst="roundRect">
            <a:avLst>
              <a:gd name="adj" fmla="val 6154"/>
            </a:avLst>
          </a:prstGeom>
          <a:solidFill>
            <a:srgbClr val="F1F7F2"/>
          </a:solidFill>
          <a:ln w="12700">
            <a:solidFill>
              <a:srgbClr val="BBD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33104" y="51023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Фотографии уменьшены так, чтобы подписи помещались целиком.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Расхождения в исходных материалах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Места, где материалы противоречат друг другу. Ни одно из них не является ошибкой автора — так бывает, когда документы пишутся в разное время. Ниже показано, какой вариант принят при сборке.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6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83664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Цвет для блока «Большая Перемена»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47872" y="1883664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общих требованиях — «глубокий королевский синий, яркий сигнальный красный и белый». В правке к слайду 2 — «полностью исключи сигнальный и агрессивный красный цвет».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883664"/>
            <a:ext cx="3081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Принят более поздний вариант: гранатовый вместо сигнального красного.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80720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Состав команды 10 класса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47872" y="280720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новом списке появилась Владимирова Диана, а Мурашова Варвара, которая была в прежних материалах, отсутствует.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807208"/>
            <a:ext cx="3081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Взят новый список из замечаний — девять фамилий.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73075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Название конкурса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47872" y="3730752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тексте доклада — «Проект школьных инициатив», в авторской подписи к фото — «Школьная инициатива».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3730752"/>
            <a:ext cx="3081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Оба варианта сохранены как авторские: в тексте и в подписи соответственно.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5429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654296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Заголовок слайда 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47872" y="4654296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тексте доклада — «Наука в школе», в замечаниях — «Наука в школе: исследования учеников».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4654296"/>
            <a:ext cx="3081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Взят вариант из замечаний как более поздний и более точный.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5778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Нумерация слайдов в замечаниях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547872" y="5577840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Правки ссылаются то на промежуточную презентацию, то на новую: «отредактируй слайд 4 … перенеси в слайд 5». Встречаются и повторы текста.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5577840"/>
            <a:ext cx="3081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Сопоставление сделано по содержанию, а не по номерам.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Хронометраж: сколько времени займёт доклад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по полному тексту выступления и по общепринятой норме темпа устной речи.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7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8326" cy="1426464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56816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13 093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615184"/>
            <a:ext cx="22425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знака в полном тексте доклада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76422" y="1828800"/>
            <a:ext cx="2608326" cy="1426464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9302" y="1956816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1 628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59302" y="2615184"/>
            <a:ext cx="22425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слов в полном тексте доклада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04204" y="1828800"/>
            <a:ext cx="2608326" cy="1426464"/>
          </a:xfrm>
          <a:prstGeom prst="roundRect">
            <a:avLst>
              <a:gd name="adj" fmla="val 6410"/>
            </a:avLst>
          </a:prstGeom>
          <a:solidFill>
            <a:srgbClr val="FCF5EA"/>
          </a:solidFill>
          <a:ln w="15875">
            <a:solidFill>
              <a:srgbClr val="E7D2AE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7084" y="1956816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9A5B0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11–12,5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87084" y="2615184"/>
            <a:ext cx="22425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минуты при темпе 130–150 слов в минуту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31986" y="1828800"/>
            <a:ext cx="2608326" cy="1426464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14866" y="1956816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D4E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5–7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14866" y="2615184"/>
            <a:ext cx="22425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минут — заявленный регламент выступления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11091672" cy="1572768"/>
          </a:xfrm>
          <a:prstGeom prst="roundRect">
            <a:avLst>
              <a:gd name="adj" fmla="val 5814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19050" dir="5400000">
              <a:srgbClr val="AEBAC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3584448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1D4E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Что это означает на практике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86384" y="3968496"/>
            <a:ext cx="106161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 спокойной публичной речи — 130–150 слов в минуту. При таком темпе полный текст звучит примерно 11–12,5 минуты, то есть вдвое дольше заявленных 5–7 минут. Ускорять чтение не стоит: на слух зал перестаёт воспринимать фамилии, годы и названия тем — а именно они и составляют содержание доклада.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1F7F2"/>
          </a:solidFill>
          <a:ln w="15875">
            <a:solidFill>
              <a:srgbClr val="BBD9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212080"/>
            <a:ext cx="1061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Предложение: либо сократить текст примерно вдвое — до 800 слов (снять повторы, оставить по одному примеру на слайд), либо заранее согласовать регламент 12 минут. Полный текст в любом случае сохранён в заметках докладчика к каждому слайду.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Качество исходных фотографий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160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проектора Full HD ширине слайда соответствует примерно 144 пикселя на дюйм. Кадры ниже этой планки нельзя показывать крупно — они станут заметно мягкими.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894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Служебная записка · 8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11091672" cy="420624"/>
          </a:xfrm>
          <a:prstGeom prst="rect">
            <a:avLst/>
          </a:prstGeom>
          <a:solidFill>
            <a:srgbClr val="E6EDF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файл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84708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разрешение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8470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показан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8470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не так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0" y="18470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D4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2267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s3_student_a / b / c</a:t>
            </a:r>
            <a:endParaRPr lang="en-US" sz="12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(портреты слайда 3)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2677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255×340 …</a:t>
            </a:r>
            <a:endParaRPr lang="en-US" sz="12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310×349 px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22677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2,4″ · 106–109 ppi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22677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Ниже планки проектора; при увеличении видны пиксели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0" y="22677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Найти оригиналы или переснять; сейчас поставлены минимально возможным размером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11091672" cy="7315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29992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foto_nagrazhdenie_</a:t>
            </a:r>
            <a:endParaRPr lang="en-US" sz="12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nastavnikov.png (вручение)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299923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342×310 px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99923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3,21″ · 107 ppi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29992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Самый слабый кадр слайда 6, крупнее ставить нельзя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0" y="299923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Запросить оригинал у организаторов программы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" y="37307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s5_kolyaskina_portrait.jpg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37307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900×1200 px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373075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0,75″ · портрет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730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Срезан верх головы, съёмка против света, лицо в тени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61120" y="37307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Переснять портрет при ровном освещении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62272"/>
            <a:ext cx="11091672" cy="7315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44622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s5_petrova_portrait.jpg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46227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900×1200 px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0" y="446227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0,75″ · портрет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44622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Общий план площадки, лицо мелкое и в профиль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61120" y="44622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Переснять или выбрать кадр крупнее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68096" y="51937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s7_zashchita_proekta.jpeg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66160" y="51937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1440×960 px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029200" y="5193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2,6″ · защита проекта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83680" y="51937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9A5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Тёмный зал, лица участников почти не читаются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961120" y="5193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2F7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Осветлить оригинал или заменить кадром со сцены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888736"/>
            <a:ext cx="11091672" cy="438912"/>
          </a:xfrm>
          <a:prstGeom prst="roundRect">
            <a:avLst>
              <a:gd name="adj" fmla="val 20833"/>
            </a:avLst>
          </a:prstGeom>
          <a:solidFill>
            <a:srgbClr val="F4F7FB"/>
          </a:solidFill>
          <a:ln w="15875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5888736"/>
            <a:ext cx="10616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Пропорции ни одного кадра не искажены — размеры вычислялись из реальных пикселей файлов. Переснятые фотографии можно прислать одним архивом.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Служебная записка к презентации</dc:title>
  <dc:subject>PptxGenJS Presentation</dc:subject>
  <dc:creator>Сборка презентации · служебная записка</dc:creator>
  <cp:lastModifiedBy>Сборка презентации · служебная записка</cp:lastModifiedBy>
  <cp:revision>1</cp:revision>
  <dcterms:created xsi:type="dcterms:W3CDTF">2026-08-23T16:34:14Z</dcterms:created>
  <dcterms:modified xsi:type="dcterms:W3CDTF">2026-08-23T16:34:14Z</dcterms:modified>
</cp:coreProperties>
</file>